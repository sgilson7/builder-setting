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Lava Lanes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Team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central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Hop between three lanes to dodge rocks and grab gems before the lava catches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gameplay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Watch the shadows → move → grab gems → reach the pool → next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3 hearts. A rock takes 1 heart. A gem adds 10 points. 5 gems give back 1 heart.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mock-up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Three lanes, hearts at the top left, score at the top right, lava rising from the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cut and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We cut a second character and online play so we could finish five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Student A Placeholder</dc:creator>
  <cp:keywords/>
  <dc:description>generated using python-pptx</dc:description>
  <cp:lastModifiedBy>Student A Placeholder</cp:lastModifiedBy>
  <cp:revision>1</cp:revision>
  <dcterms:created xsi:type="dcterms:W3CDTF">2013-01-27T09:14:16Z</dcterms:created>
  <dcterms:modified xsi:type="dcterms:W3CDTF">2013-01-27T09:15:58Z</dcterms:modified>
  <cp:category/>
</cp:coreProperties>
</file>