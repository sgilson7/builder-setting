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Recipe Scaler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Team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central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Paste a recipe, choose the servings, and get the new amounts, rounded the way a cook measures.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someone uses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Paste the recipe → type the servings → select Scale → select Copy.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Multiply by new servings over old servings. Round to the nearest 1/8. 16 tablespoons make 1 cup.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 mock-up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The recipe box on the left, servings and Scale in the middle, the scaled recipe on the right.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cut and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We cut saving recipes and nutrition facts so we could get the rounding right.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Student A Placeholder</dc:creator>
  <cp:keywords/>
  <dc:description>generated using python-pptx</dc:description>
  <cp:lastModifiedBy>Student A Placeholder</cp:lastModifiedBy>
  <cp:revision>1</cp:revision>
  <dcterms:created xsi:type="dcterms:W3CDTF">2013-01-27T09:14:16Z</dcterms:created>
  <dcterms:modified xsi:type="dcterms:W3CDTF">2013-01-27T09:15:58Z</dcterms:modified>
  <cp:category/>
</cp:coreProperties>
</file>